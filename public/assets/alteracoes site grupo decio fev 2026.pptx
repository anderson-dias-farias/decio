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6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556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78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86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13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68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954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77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431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731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91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BA12F-F475-4EDB-B5F0-EFBE3B508F7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22094-F73D-468E-8CA5-FD88ECEA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80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5" Type="http://schemas.openxmlformats.org/officeDocument/2006/relationships/image" Target="../media/image10.pn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68" y="691657"/>
            <a:ext cx="4281054" cy="1151838"/>
          </a:xfrm>
          <a:prstGeom prst="rect">
            <a:avLst/>
          </a:prstGeom>
        </p:spPr>
      </p:pic>
      <p:sp>
        <p:nvSpPr>
          <p:cNvPr id="8" name="Seta para a Direita 7"/>
          <p:cNvSpPr/>
          <p:nvPr/>
        </p:nvSpPr>
        <p:spPr>
          <a:xfrm>
            <a:off x="5245330" y="1014152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698268" y="32232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Home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623454" y="2086494"/>
            <a:ext cx="44936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https://www.grupodecio.com.br/produtos-e-servicos/abastecimento</a:t>
            </a:r>
            <a:endParaRPr lang="pt-BR" sz="1200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68" y="2521565"/>
            <a:ext cx="4516294" cy="1201142"/>
          </a:xfrm>
          <a:prstGeom prst="rect">
            <a:avLst/>
          </a:prstGeom>
        </p:spPr>
      </p:pic>
      <p:sp>
        <p:nvSpPr>
          <p:cNvPr id="12" name="Símbolo de 'Não' 11"/>
          <p:cNvSpPr/>
          <p:nvPr/>
        </p:nvSpPr>
        <p:spPr>
          <a:xfrm>
            <a:off x="2626821" y="2726574"/>
            <a:ext cx="866018" cy="789709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Seta para a Direita 12"/>
          <p:cNvSpPr/>
          <p:nvPr/>
        </p:nvSpPr>
        <p:spPr>
          <a:xfrm>
            <a:off x="5328457" y="281801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0" y="2224993"/>
            <a:ext cx="2391295" cy="1793471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352" y="464795"/>
            <a:ext cx="2451023" cy="1378700"/>
          </a:xfrm>
          <a:prstGeom prst="rect">
            <a:avLst/>
          </a:prstGeom>
        </p:spPr>
      </p:pic>
      <p:sp>
        <p:nvSpPr>
          <p:cNvPr id="16" name="Símbolo de 'Não' 15"/>
          <p:cNvSpPr/>
          <p:nvPr/>
        </p:nvSpPr>
        <p:spPr>
          <a:xfrm>
            <a:off x="3699537" y="1105592"/>
            <a:ext cx="515015" cy="532015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268" y="4404541"/>
            <a:ext cx="4516294" cy="1289862"/>
          </a:xfrm>
          <a:prstGeom prst="rect">
            <a:avLst/>
          </a:prstGeom>
        </p:spPr>
      </p:pic>
      <p:sp>
        <p:nvSpPr>
          <p:cNvPr id="18" name="Seta para a Direita 17"/>
          <p:cNvSpPr/>
          <p:nvPr/>
        </p:nvSpPr>
        <p:spPr>
          <a:xfrm>
            <a:off x="5328457" y="463295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0" y="4383689"/>
            <a:ext cx="2906467" cy="131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85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23" y="665017"/>
            <a:ext cx="4015172" cy="1598457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>
            <a:off x="4804757" y="1198237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861" y="1532304"/>
            <a:ext cx="1704110" cy="958562"/>
          </a:xfrm>
          <a:prstGeom prst="rect">
            <a:avLst/>
          </a:prstGeom>
        </p:spPr>
      </p:pic>
      <p:sp>
        <p:nvSpPr>
          <p:cNvPr id="9" name="Símbolo de 'Não' 8"/>
          <p:cNvSpPr/>
          <p:nvPr/>
        </p:nvSpPr>
        <p:spPr>
          <a:xfrm>
            <a:off x="3690851" y="1820487"/>
            <a:ext cx="507076" cy="442987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Símbolo de 'Não' 9"/>
          <p:cNvSpPr/>
          <p:nvPr/>
        </p:nvSpPr>
        <p:spPr>
          <a:xfrm>
            <a:off x="2588809" y="1820487"/>
            <a:ext cx="507076" cy="442987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819" y="99360"/>
            <a:ext cx="2983724" cy="1252077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23" y="3183295"/>
            <a:ext cx="4026812" cy="1374552"/>
          </a:xfrm>
          <a:prstGeom prst="rect">
            <a:avLst/>
          </a:prstGeom>
        </p:spPr>
      </p:pic>
      <p:sp>
        <p:nvSpPr>
          <p:cNvPr id="14" name="Símbolo de 'Não' 13"/>
          <p:cNvSpPr/>
          <p:nvPr/>
        </p:nvSpPr>
        <p:spPr>
          <a:xfrm>
            <a:off x="3667211" y="4114860"/>
            <a:ext cx="507076" cy="442987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5" name="Seta para a Direita 14"/>
          <p:cNvSpPr/>
          <p:nvPr/>
        </p:nvSpPr>
        <p:spPr>
          <a:xfrm>
            <a:off x="4771779" y="3604563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755" y="3789735"/>
            <a:ext cx="1696586" cy="954330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08" y="5271158"/>
            <a:ext cx="3784348" cy="1288851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819" y="1421009"/>
            <a:ext cx="1426476" cy="1069857"/>
          </a:xfrm>
          <a:prstGeom prst="rect">
            <a:avLst/>
          </a:prstGeom>
        </p:spPr>
      </p:pic>
      <p:sp>
        <p:nvSpPr>
          <p:cNvPr id="20" name="Seta para a Direita 19"/>
          <p:cNvSpPr/>
          <p:nvPr/>
        </p:nvSpPr>
        <p:spPr>
          <a:xfrm>
            <a:off x="4751330" y="5885948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ímbolo de 'Não' 20"/>
          <p:cNvSpPr/>
          <p:nvPr/>
        </p:nvSpPr>
        <p:spPr>
          <a:xfrm>
            <a:off x="3095885" y="892682"/>
            <a:ext cx="507076" cy="442987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023" y="2738620"/>
            <a:ext cx="1653526" cy="954330"/>
          </a:xfrm>
          <a:prstGeom prst="rect">
            <a:avLst/>
          </a:prstGeom>
        </p:spPr>
      </p:pic>
      <p:sp>
        <p:nvSpPr>
          <p:cNvPr id="23" name="Símbolo de 'Não' 22"/>
          <p:cNvSpPr/>
          <p:nvPr/>
        </p:nvSpPr>
        <p:spPr>
          <a:xfrm>
            <a:off x="3277844" y="3244436"/>
            <a:ext cx="507076" cy="442987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5" name="Símbolo de 'Não' 24"/>
          <p:cNvSpPr/>
          <p:nvPr/>
        </p:nvSpPr>
        <p:spPr>
          <a:xfrm>
            <a:off x="2478573" y="4045229"/>
            <a:ext cx="507076" cy="442987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17"/>
          <a:stretch/>
        </p:blipFill>
        <p:spPr>
          <a:xfrm>
            <a:off x="7005816" y="3759317"/>
            <a:ext cx="1620709" cy="1093324"/>
          </a:xfrm>
          <a:prstGeom prst="rect">
            <a:avLst/>
          </a:prstGeom>
        </p:spPr>
      </p:pic>
      <p:pic>
        <p:nvPicPr>
          <p:cNvPr id="27" name="Imagem 2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840" y="5171997"/>
            <a:ext cx="2467577" cy="138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8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5" y="723207"/>
            <a:ext cx="3568423" cy="115296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7" y="2211186"/>
            <a:ext cx="4774719" cy="1603612"/>
          </a:xfrm>
          <a:prstGeom prst="rect">
            <a:avLst/>
          </a:prstGeom>
        </p:spPr>
      </p:pic>
      <p:sp>
        <p:nvSpPr>
          <p:cNvPr id="6" name="Símbolo de 'Não' 5"/>
          <p:cNvSpPr/>
          <p:nvPr/>
        </p:nvSpPr>
        <p:spPr>
          <a:xfrm>
            <a:off x="2390736" y="2793076"/>
            <a:ext cx="626784" cy="573579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79" y="2087013"/>
            <a:ext cx="2510444" cy="1412125"/>
          </a:xfrm>
          <a:prstGeom prst="rect">
            <a:avLst/>
          </a:prstGeom>
        </p:spPr>
      </p:pic>
      <p:sp>
        <p:nvSpPr>
          <p:cNvPr id="8" name="Seta para a Direita 7"/>
          <p:cNvSpPr/>
          <p:nvPr/>
        </p:nvSpPr>
        <p:spPr>
          <a:xfrm>
            <a:off x="5603052" y="2527067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064" y="599802"/>
            <a:ext cx="1812176" cy="1208117"/>
          </a:xfrm>
          <a:prstGeom prst="rect">
            <a:avLst/>
          </a:prstGeom>
        </p:spPr>
      </p:pic>
      <p:sp>
        <p:nvSpPr>
          <p:cNvPr id="10" name="Seta para a Direita 9"/>
          <p:cNvSpPr/>
          <p:nvPr/>
        </p:nvSpPr>
        <p:spPr>
          <a:xfrm>
            <a:off x="5247146" y="1033681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ímbolo de 'Não' 12"/>
          <p:cNvSpPr/>
          <p:nvPr/>
        </p:nvSpPr>
        <p:spPr>
          <a:xfrm>
            <a:off x="2546394" y="1203860"/>
            <a:ext cx="626784" cy="573579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00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72" y="519854"/>
            <a:ext cx="2874053" cy="1492834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>
            <a:off x="4164951" y="897772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339" y="540812"/>
            <a:ext cx="2582277" cy="145091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339" y="2405462"/>
            <a:ext cx="3014283" cy="1386971"/>
          </a:xfrm>
          <a:prstGeom prst="rect">
            <a:avLst/>
          </a:prstGeom>
        </p:spPr>
      </p:pic>
      <p:sp>
        <p:nvSpPr>
          <p:cNvPr id="8" name="Seta para a Direita 7"/>
          <p:cNvSpPr/>
          <p:nvPr/>
        </p:nvSpPr>
        <p:spPr>
          <a:xfrm>
            <a:off x="4300725" y="2770906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28" y="2334707"/>
            <a:ext cx="2961003" cy="1528480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8736676" y="2770906"/>
            <a:ext cx="301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Mudar também o nome para: </a:t>
            </a:r>
          </a:p>
          <a:p>
            <a:r>
              <a:rPr lang="pt-BR" dirty="0" smtClean="0"/>
              <a:t>Decio L5</a:t>
            </a:r>
            <a:endParaRPr lang="pt-BR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339" y="4206166"/>
            <a:ext cx="3358351" cy="1410448"/>
          </a:xfrm>
          <a:prstGeom prst="rect">
            <a:avLst/>
          </a:prstGeom>
        </p:spPr>
      </p:pic>
      <p:sp>
        <p:nvSpPr>
          <p:cNvPr id="12" name="Seta para a Direita 11"/>
          <p:cNvSpPr/>
          <p:nvPr/>
        </p:nvSpPr>
        <p:spPr>
          <a:xfrm>
            <a:off x="4300725" y="4577539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728" y="4168986"/>
            <a:ext cx="3059273" cy="144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5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21" y="356348"/>
            <a:ext cx="3029842" cy="1560828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>
            <a:off x="4164951" y="897772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025" y="585092"/>
            <a:ext cx="3319016" cy="133208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025" y="2335875"/>
            <a:ext cx="2555717" cy="1388723"/>
          </a:xfrm>
          <a:prstGeom prst="rect">
            <a:avLst/>
          </a:prstGeom>
        </p:spPr>
      </p:pic>
      <p:sp>
        <p:nvSpPr>
          <p:cNvPr id="8" name="Seta para a Direita 7"/>
          <p:cNvSpPr/>
          <p:nvPr/>
        </p:nvSpPr>
        <p:spPr>
          <a:xfrm>
            <a:off x="4164951" y="2764228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21" y="2134628"/>
            <a:ext cx="3029842" cy="1601487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1024" y="3973482"/>
            <a:ext cx="2550705" cy="1396540"/>
          </a:xfrm>
          <a:prstGeom prst="rect">
            <a:avLst/>
          </a:prstGeom>
        </p:spPr>
      </p:pic>
      <p:sp>
        <p:nvSpPr>
          <p:cNvPr id="12" name="Seta para a Direita 11"/>
          <p:cNvSpPr/>
          <p:nvPr/>
        </p:nvSpPr>
        <p:spPr>
          <a:xfrm>
            <a:off x="4164951" y="4364676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15" y="3953567"/>
            <a:ext cx="3150764" cy="162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43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621" y="499392"/>
            <a:ext cx="3100659" cy="167315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83" y="598516"/>
            <a:ext cx="2836721" cy="1454728"/>
          </a:xfrm>
          <a:prstGeom prst="rect">
            <a:avLst/>
          </a:prstGeom>
        </p:spPr>
      </p:pic>
      <p:sp>
        <p:nvSpPr>
          <p:cNvPr id="6" name="Seta para a Direita 5"/>
          <p:cNvSpPr/>
          <p:nvPr/>
        </p:nvSpPr>
        <p:spPr>
          <a:xfrm>
            <a:off x="3724090" y="1069959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688" y="2505711"/>
            <a:ext cx="3111592" cy="1690880"/>
          </a:xfrm>
          <a:prstGeom prst="rect">
            <a:avLst/>
          </a:prstGeom>
        </p:spPr>
      </p:pic>
      <p:sp>
        <p:nvSpPr>
          <p:cNvPr id="8" name="Seta para a Direita 7"/>
          <p:cNvSpPr/>
          <p:nvPr/>
        </p:nvSpPr>
        <p:spPr>
          <a:xfrm>
            <a:off x="3724090" y="3085143"/>
            <a:ext cx="914400" cy="5320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83" y="2657064"/>
            <a:ext cx="2821755" cy="138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6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12" y="295667"/>
            <a:ext cx="2025069" cy="107981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212" y="1973996"/>
            <a:ext cx="5953956" cy="4658375"/>
          </a:xfrm>
          <a:prstGeom prst="rect">
            <a:avLst/>
          </a:prstGeom>
        </p:spPr>
      </p:pic>
      <p:sp>
        <p:nvSpPr>
          <p:cNvPr id="6" name="Seta para a Direita 5"/>
          <p:cNvSpPr/>
          <p:nvPr/>
        </p:nvSpPr>
        <p:spPr>
          <a:xfrm flipH="1">
            <a:off x="4455623" y="2386875"/>
            <a:ext cx="756446" cy="356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 para a Direita 6"/>
          <p:cNvSpPr/>
          <p:nvPr/>
        </p:nvSpPr>
        <p:spPr>
          <a:xfrm flipH="1">
            <a:off x="4455623" y="3453675"/>
            <a:ext cx="756446" cy="356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 para a Direita 7"/>
          <p:cNvSpPr/>
          <p:nvPr/>
        </p:nvSpPr>
        <p:spPr>
          <a:xfrm flipH="1">
            <a:off x="4455623" y="4609144"/>
            <a:ext cx="756446" cy="356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a Direita 8"/>
          <p:cNvSpPr/>
          <p:nvPr/>
        </p:nvSpPr>
        <p:spPr>
          <a:xfrm flipH="1">
            <a:off x="4455623" y="5797865"/>
            <a:ext cx="756446" cy="356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304" y="1830792"/>
            <a:ext cx="1662176" cy="111216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2461" y="4318985"/>
            <a:ext cx="1102019" cy="95887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291" y="5539049"/>
            <a:ext cx="820189" cy="1230284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1" y="3007517"/>
            <a:ext cx="1870364" cy="124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09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57" y="163786"/>
            <a:ext cx="2284939" cy="119950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488" y="1645920"/>
            <a:ext cx="6248201" cy="4696691"/>
          </a:xfrm>
          <a:prstGeom prst="rect">
            <a:avLst/>
          </a:prstGeom>
        </p:spPr>
      </p:pic>
      <p:sp>
        <p:nvSpPr>
          <p:cNvPr id="6" name="Seta para a Direita 5"/>
          <p:cNvSpPr/>
          <p:nvPr/>
        </p:nvSpPr>
        <p:spPr>
          <a:xfrm flipH="1">
            <a:off x="4522125" y="2927202"/>
            <a:ext cx="756446" cy="356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 para a Direita 6"/>
          <p:cNvSpPr/>
          <p:nvPr/>
        </p:nvSpPr>
        <p:spPr>
          <a:xfrm flipH="1">
            <a:off x="4522125" y="3816102"/>
            <a:ext cx="756446" cy="356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 para a Direita 7"/>
          <p:cNvSpPr/>
          <p:nvPr/>
        </p:nvSpPr>
        <p:spPr>
          <a:xfrm flipH="1">
            <a:off x="4522125" y="5030056"/>
            <a:ext cx="756446" cy="356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224" y="1753985"/>
            <a:ext cx="1628901" cy="159281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53" y="3624452"/>
            <a:ext cx="1102713" cy="981362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0249" y="4883463"/>
            <a:ext cx="1769943" cy="100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807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12</Words>
  <Application>Microsoft Office PowerPoint</Application>
  <PresentationFormat>Widescreen</PresentationFormat>
  <Paragraphs>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Erica Araujo</dc:creator>
  <cp:lastModifiedBy>Erica Araujo</cp:lastModifiedBy>
  <cp:revision>17</cp:revision>
  <dcterms:created xsi:type="dcterms:W3CDTF">2026-02-25T11:26:39Z</dcterms:created>
  <dcterms:modified xsi:type="dcterms:W3CDTF">2026-02-25T18:57:00Z</dcterms:modified>
</cp:coreProperties>
</file>